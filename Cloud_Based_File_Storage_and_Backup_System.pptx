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troduction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blem Statement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ject Objectives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in Purpose of the Project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hnology Used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ject Architecture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eate an S3 Bucket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 Files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cess and Download Files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up and Versioning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le Security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in Features and Benefits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vantages and Expected Output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clusion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File Storage and Backup System</dc:title>
  <dc:subject>PptxGenJS Presentation</dc:subject>
  <dc:creator>NS Matrix</dc:creator>
  <cp:lastModifiedBy>NS Matrix</cp:lastModifiedBy>
  <cp:revision>1</cp:revision>
  <dcterms:created xsi:type="dcterms:W3CDTF">2026-10-16T07:38:31Z</dcterms:created>
  <dcterms:modified xsi:type="dcterms:W3CDTF">2026-10-16T07:38:31Z</dcterms:modified>
</cp:coreProperties>
</file>